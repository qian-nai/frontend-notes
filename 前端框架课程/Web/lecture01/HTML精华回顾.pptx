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54864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HTML精华回顾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20/80原则 · 掌握核心标签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20/80原则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帕累托法则在HTML学习中的应用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掌握20%的核心HTML标签，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应对80%的日常开发需求。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帕累托法则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HTML核心标签速查表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文档结构：DOCTYPE、html、head、body — 所有页面的骨架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元信息：meta、title — SEO和页面配置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文本：h1-h6、p、a、span、strong、em — 文字内容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容器：div — 布局和样式容器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列表：ul、ol、li — 结构化数据展示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20%核心 vs 80%场景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20%核心标签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 + 元信息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h1-h6 + p + 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img（含alt）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ul/ol + 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 + input + button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语义化标签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80%应用场景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所有网页的基础骨架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文章、博客、内容页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图片展示、电商、社交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导航菜单、特性列表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登录、注册、搜索、评论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SEO、可访问性、团队协作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六大核心练习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循序渐进掌握HTML精髓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练习1：HTML文档基础结构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&lt;!DOCTYPE html&gt;：声明文档类型为HTML5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&lt;html lang="zh-CN"&gt;：根元素，lang属性指定语言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&lt;head&gt;：元数据容器，存放页面配置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&lt;meta charset="UTF-8"&gt;：字符编码，防止中文乱码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&lt;meta name="viewport"&gt;：视口设置，响应式设计的基石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lang="zh-CN"&gt;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 initial-scale=1.0"&gt;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&lt;title&gt;我的第一个网页&lt;/title&gt;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&lt;h1&gt;Hello HTML&lt;/h1&gt;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&lt;p&gt;这是页面内容。&lt;/p&gt;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练习2：文本标签与链接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&lt;h1&gt;：页面主标题，每个页面只能有一个（SEO重要）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&lt;h2&gt;-&lt;h6&gt;：子标题，层级递减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&lt;p&gt;：段落，块级元素，自动上下留白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&lt;a href="..."&gt;：超链接，支持tel:、mailto:、https: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&lt;strong&gt;：重要强调（语义化，默认粗体）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文本标签代码示例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&lt;h1&gt;前端开发学习笔记&lt;/h1&gt;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&lt;h2&gt;第一章：HTML基础&lt;/h2&gt;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&lt;p&gt;HTML是构建网页的标准标记语言。&lt;/p&gt;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在HTML中，&lt;strong&gt;语义化&lt;/strong&gt;是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一个非常&lt;em&gt;重要&lt;/em&gt;的概念。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href="https://developer.mozilla.org" target="_blank"&gt;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MDN文档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href="mailto:teacher@example.com"&gt;联系老师&lt;/a&gt;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练习3：列表（数据展示的核心）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&lt;ul&gt;：无序列表（Unordered List），圆点符号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适合：导航菜单、功能列表、特性说明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&lt;ol&gt;：有序列表（Ordered List），数字编号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适合：步骤说明、排行榜、目录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&lt;li&gt;：列表项，必须作为ul或ol的直接子元素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无序列表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 - 网页结构&lt;/li&gt;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 - 网页样式&lt;/li&gt;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&lt;li&gt;JavaScript - 网页交互&lt;/li&gt;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有序列表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&lt;li&gt;学习HTML基础&lt;/li&gt;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&lt;li&gt;掌握CSS样式&lt;/li&gt;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&lt;li&gt;理解JavaScript&lt;/li&gt;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练习4：图片与媒体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&lt;img&gt;：图片标签，单标签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src：图片地址（必填）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alt：替代文本（SEO+无障碍，必填）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width/height：尺寸（建议设置，防止布局抖动）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&lt;figure&gt;：独立的图片/图表区域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基础用法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src="photo.jpg" alt="描述文字"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width="400" height="300" loading="lazy"&gt;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带标题的图片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src="chart.png" alt="数据图表"&gt;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&lt;figcaption&gt;图1：2024年销售数据&lt;/figcaption&gt;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&lt;/figure&gt;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练习5：表单（用户交互的核心）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&lt;form&gt;：表单容器，action指定提交地址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&lt;input&gt;：输入控件，最常用的表单元素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type属性：text、email、password、radio、checkbox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&lt;label&gt;：标签，用于描述表单控件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&lt;select&gt;+&lt;option&gt;：下拉选择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action="/submit" method="post"&gt;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for="email"&gt;邮箱&lt;/label&gt;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 name="email" required&gt;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for="city"&gt;城市&lt;/label&gt;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&lt;select id="city" name="city"&gt;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value="beijing"&gt;北京&lt;/option&gt;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value="shanghai"&gt;上海&lt;/option&gt;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&lt;/select&gt;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type="submit"&gt;提交&lt;/button&gt;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练习6：HTML5语义化标签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&lt;header&gt;：页面或区块的头部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&lt;nav&gt;：导航链接区域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&lt;main&gt;：页面主要内容（每个页面只能有一个）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&lt;section&gt;：主题性内容区块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&lt;article&gt;：独立的、完整的内容块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语义化标签代码示例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&lt;h1&gt;网站标题&lt;/h1&gt;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&lt;nav&gt;导航链接&lt;/nav&gt;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&lt;section&gt;内容区块&lt;/section&gt;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&lt;aside&gt;侧边栏&lt;/aside&gt;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&lt;footer&gt;版权信息&lt;/footer&gt;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语义化的好处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SEO优化：搜索引擎更好理解页面结构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可访问性：屏幕阅读器可以正确导航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代码可读性：开发者更容易理解结构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维护性：结构清晰，易于修改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团队协作：语义化标签是自解释的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实际使用频率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企业官网项目统计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布局容器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15-25次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a标签使用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导航和链接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p标签使用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段落文本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学习路径建议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两阶段掌握HTML核心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第1周：基础（练习1-3）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掌握文档结构：DOCTYPE、html、head、body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熟练使用文本标签和链接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理解列表的使用场景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检查清单：能手写出完整的HTML5文档结构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检查清单：理解h1只能出现一次的原因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第2周：进阶（练习4-6）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掌握图片标签和alt属性的作用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理解表单的基本用法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学会使用语义化标签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检查清单：能创建包含各种输入类型的表单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检查清单：能解释section和div的区别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可复用的HTML代码模板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完整文档结构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lang="zh-CN"&gt;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 initial-scale=1.0"&gt;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&lt;title&gt;页面标题&lt;/title&gt;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页面内容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表单结构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action="#" method="post"&gt;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for="username"&gt;用户名&lt;/label&gt;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id="username" name="username" required&gt;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for="email"&gt;邮箱&lt;/label&gt;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 name="email" required&gt;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type="submit"&gt;提交&lt;/button&gt;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语义化页面结构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657600"/>
          </a:xfrm>
          <a:prstGeom prst="rect">
            <a:avLst>
              <a:gd name="adj" fmla="val 1250"/>
            </a:avLst>
          </a:prstGeom>
          <a:solidFill>
            <a:srgbClr val="263238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&lt;nav&gt;&lt;!-- 导航 --&gt;&lt;/nav&gt;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&lt;section&gt;&lt;!-- 内容 --&gt;&lt;/section&gt;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&lt;/article&gt;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&lt;aside&gt;&lt;!-- 侧边栏 --&gt;&lt;/aside&gt;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E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&lt;footer&gt;&lt;!-- 版权 --&gt;&lt;/footer&gt;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进阶路径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掌握核心后可以继续学习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进阶内容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表格：table、tr、td、th（数据展示）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多媒体：video、audio（富媒体）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嵌入式：iframe、embed（第三方内容）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高级表单：datalist、output、自定义验证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Web组件：template、slot（组件化开发）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HTML精华回顾核心要点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本讲核心要点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20/80原则：掌握20%核心标签应对80%场景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六大核心：文档结构、文本、列表、图片、表单、语义化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文档结构：DOCTYPE、html、head、body是页面骨架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语义化：header、nav、main、article、aside、footer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表单：input的type属性决定输入类型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课后思考与作业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思考：为什么在学习CSS之前需要先掌握HTML？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思考：语义化标签相比div的优势是什么？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思考：alt属性对SEO和无障碍访问有什么作用？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作业：完成六大练习的HTML代码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作业：使用HTML5语义化标签创建一个博客页面结构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HTML精华回顾 | 20/80原则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HTML精华回顾 - 20/80原则</dc:title>
  <dc:subject>PptxGenJS Presentation</dc:subject>
  <dc:creator>Web前端框架技术课程</dc:creator>
  <cp:lastModifiedBy>Web前端框架技术课程</cp:lastModifiedBy>
  <cp:revision>1</cp:revision>
  <dcterms:created xsi:type="dcterms:W3CDTF">2026-03-03T09:33:52Z</dcterms:created>
  <dcterms:modified xsi:type="dcterms:W3CDTF">2026-03-03T09:33:52Z</dcterms:modified>
</cp:coreProperties>
</file>