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54864" cy="1828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CSS精华回顾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20/80原则 · 掌握核心知识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20/80原则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帕累托法则在CSS学习中的应用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掌握20%的核心CSS知识，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应对80%的日常开发需求。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帕累托法则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CSS核心知识速查表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选择器：元素、类、ID、后代、伪类 — 所有样式规则的基础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盒模型：content、padding、border、margin — 元素尺寸控制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文字样式：font、color、line-height — 文字内容呈现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Flexbox：现代CSS布局的基石 — 解决一维布局问题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定位：relative、absolute、fixed — 特殊布局需求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20%核心 vs 80%场景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20%核心知识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选择器（元素/类/ID）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盒模型 + box-sizing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font + color + line-height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Flexbox布局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position: relative/absolute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@media + viewport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E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80%应用场景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所有样式规则的基础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元素尺寸控制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文字样式设置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导航/卡片/居中布局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弹窗/悬浮按钮/固定头部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响应式适配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六大核心练习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循序渐进掌握CSS精髓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练习1：CSS选择器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元素选择器：选中所有指定标签（p, div, h1）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类选择器：.className，可复用，最常用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ID选择器：#idName，页面唯一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后代选择器：parent child，选中嵌套元素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伪类：:hover、:focus、:nth-child()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选择器代码示例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元素选择器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#333; 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类选择器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.highlight { background: yellow; 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ID选择器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#header { height: 60px; 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后代选择器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 a { color: blue; 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伪类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a:hover { text-decoration: underline; 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练习2：盒模型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四个组成部分：content → padding → border → margin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box-sizing: border-box 让width包含padding和border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实际宽度计算：content-box vs border-box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外边距折叠：垂直margin可能合并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水平居中：margin: 0 auto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盒模型代码示例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全局重置（推荐）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300px;       /* 实际占用宽度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20px;      /* 内边距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solid;  /* 边框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20px auto;  /* 外边距，auto居中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练习3：文字样式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font-family：字体栈确保兼容性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font-size：px（绝对）、rem（相对，推荐）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line-height：推荐无单位数值1.5-1.8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color：十六进制、rgb、颜色名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text-align：left、center、right、justify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文字样式代码示例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'Microsoft YaHei', sans-serif;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16px;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1.6;    /* 推荐无单位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#333;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2rem;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#3498db;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none;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练习4：Flexbox布局（核心中的核心）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display: flex 开启弹性布局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justify-content：主轴对齐（水平）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align-items：交叉轴对齐（垂直）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gap：项目间距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flex-wrap：允许换行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Flexbox代码示例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flex-wrap: wrap;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.item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flex: 1 1 300px;  /* 可伸缩，基础300px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垂直居中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.center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center;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练习5：定位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relative：相对定位，不脱离文档流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absolute：绝对定位，相对于最近的定位祖先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fixed：固定定位，相对于视口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z-index：控制层叠顺序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使用建议：优先用Flexbox，少用定位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定位代码示例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相对定位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.relative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relative;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10px; left: 20px;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绝对定位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 position: relative;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.absolute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absolute;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right: 0; top: 0;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固定定位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.fixed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fixed;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bottom: 20px; right: 20px;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练习6：响应式设计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viewport设置：width=device-width, initial-scale=1.0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媒体查询：@media (min-width: 768px) { ... }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移动优先：先写移动端样式，再用min-width扩展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流式布局：使用max-width、百分比、flex-wrap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常用断点：576px（手机）、768px（平板）、1024px（桌面）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响应式代码示例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移动优先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flex: 1 1 100%;  /* 移动端单列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平板（≥576px）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576px)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.card { flex: 1 1 50%; }  /* 两列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桌面（≥768px）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768px)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.card { flex: 1 1 33.333%; }  /* 三列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实际使用频率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企业官网项目统计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10-20次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Flexbox使用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布局容器、导航、卡片列表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30-50次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盒模型属性使用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padding/margin控制间距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50-100次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选择器使用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选中目标元素应用样式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学习路径建议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三阶段掌握CSS核心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第1周：基础（练习1-3）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掌握基础选择器：元素、类、ID、后代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理解盒模型和border-box的作用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熟练设置文字样式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检查清单：能解释box-sizing的作用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检查清单：能计算盒模型的实际占用空间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第2周：布局（练习4-5）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掌握Flexbox核心属性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理解relative/absolute/fixed的区别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能够创建常见布局（居中、两端对齐、侧边栏）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检查清单：能写出垂直居中的Flexbox代码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检查清单：能解释absolute定位的参照物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第3周：响应式（练习6）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理解viewport的作用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掌握@media语法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应用移动优先策略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检查清单：能写出媒体查询的基本语法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检查清单：能解释为什么需要viewport meta标签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可复用的CSS代码模板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全局重置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基础文字样式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'Microsoft YaHei', sans-serif;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1.6;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#333;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图片自适应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100%;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auto;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容器限制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1200px;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 auto;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 20px;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Flexbox居中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.center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center;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进阶路径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掌握核心后可以继续学习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进阶内容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 Grid：二维布局系统（同时控制行列）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CSS变量：自定义属性（--var）实现主题切换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动画：@keyframes、transition实现动效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变换：transform（旋转、缩放、位移）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预处理器：Sass/Less（变量、嵌套、混合）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CSS精华回顾核心要点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本讲核心要点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20/80原则：掌握20%核心知识应对80%场景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六大核心：选择器、盒模型、文字、Flexbox、定位、响应式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盒模型：border-box让尺寸计算更直观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Flexbox：现代CSS布局的基石，解决一维布局问题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响应式：移动优先，使用@media实现断点适配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课后思考与作业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思考：为什么box-sizing: border-box更直观？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思考：Flexbox相比float布局的优势是什么？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思考：移动优先策略的好处是什么？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作业：完成六大练习的HTML/CSS代码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作业：使用Flexbox完成一个响应式卡片列表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CSS精华回顾 | 20/80原则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CSS精华回顾 - 20/80原则</dc:title>
  <dc:subject>PptxGenJS Presentation</dc:subject>
  <dc:creator>Web前端框架技术课程</dc:creator>
  <cp:lastModifiedBy>Web前端框架技术课程</cp:lastModifiedBy>
  <cp:revision>1</cp:revision>
  <dcterms:created xsi:type="dcterms:W3CDTF">2026-03-03T09:17:42Z</dcterms:created>
  <dcterms:modified xsi:type="dcterms:W3CDTF">2026-03-03T09:17:42Z</dcterms:modified>
</cp:coreProperties>
</file>