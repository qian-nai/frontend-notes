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14" y="1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D2448-D7AD-4787-9C11-638928DEA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1144126-2881-4386-84B2-1A0D4136C6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FAEC72-EC13-4220-BCF9-4C185BE10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30BF-2EB5-4125-8E6C-1D02554D7F9A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B3B1D1-6D4A-4ED2-94AC-4A7A5A34A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27DB62-484A-4B39-8599-9C2E9678D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CEF-6F93-434D-B723-6C6B23E87B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650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D2F67A-B906-4610-92E5-E1470EBF8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E863C9-A137-4309-949E-300C3B97B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4A01E5-1131-42FD-8BAE-1A4A76FAB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30BF-2EB5-4125-8E6C-1D02554D7F9A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37C1A7-50B4-4EE3-AB50-3F881501E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2085DA-7635-4792-8F26-3F2278618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CEF-6F93-434D-B723-6C6B23E87B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826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181221-AD18-4085-8B96-DCDDBF154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FCA86C-EDCD-4471-A88B-B4389A615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4D7B52-2124-4A6E-88BF-CC66109FE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30BF-2EB5-4125-8E6C-1D02554D7F9A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513A17-B8CD-48DD-A7CC-CB6C7D026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FEDD5A-07B6-4CA2-ABB5-FD526AD0D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CEF-6F93-434D-B723-6C6B23E87B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19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743289-A6D1-47F7-87FC-EE52E6998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E36F55-75B2-4EAA-9A02-58AD3701AC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D636F6-4863-4D34-A9CE-BF211120C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F6AF49-6F55-420B-8D3B-A80039B70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30BF-2EB5-4125-8E6C-1D02554D7F9A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D1E0FC-908D-4073-B1DD-AE252C68D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B57D65-A263-4DD1-856C-21389095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CEF-6F93-434D-B723-6C6B23E87B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561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19C47-263D-41F0-ACB7-2454AD5D5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A7C617-17A2-4E06-BBB0-47C78EEB8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7E1DFE-F2C4-44FE-A57D-8D7CCB0CC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DD7FEDC-84DD-4B5D-8EAB-12551B6F70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A09CB7-23DC-41FC-8331-4447479F5A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29ACE05-D6B0-4852-8D04-0166CF7FF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30BF-2EB5-4125-8E6C-1D02554D7F9A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DBD421-EB38-4FE4-8245-909D3AA65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72BB089-7D77-443C-98D9-94EFFDE17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CEF-6F93-434D-B723-6C6B23E87B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101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F82639-8488-4D29-96D9-B8C6F4151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34D3047-E66D-49FF-B437-9AFCC7112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30BF-2EB5-4125-8E6C-1D02554D7F9A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356577-C45A-4A4E-B2AE-5C3CBB439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1A1FD9-133D-4A06-B3F2-C5C45042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CEF-6F93-434D-B723-6C6B23E87B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561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D9D37C-2170-4AD5-9D38-31A74D190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30BF-2EB5-4125-8E6C-1D02554D7F9A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CA528EE-602D-406D-96C9-C176066FD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669E9D-1D20-405E-881C-C9CCCAABB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CEF-6F93-434D-B723-6C6B23E87B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834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D61BC7-A558-4574-8F0E-8259F7966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915253-C785-489C-82E5-DAF239A9D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2FD87B-8197-4394-A1B1-709876B21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4B9983-2612-4DAB-BB43-1E0C04278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30BF-2EB5-4125-8E6C-1D02554D7F9A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F9212C-3D93-4476-87C9-29138A830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3CEBFF-734C-4ADA-B5D0-8B5B9E5C0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CEF-6F93-434D-B723-6C6B23E87B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702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F7E921-6364-4FA4-96C3-CF355E996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AF9B09E-E7B7-4692-B1A3-B92751E72E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60DA0D-9593-4B6B-8E5F-C0B20BD14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C7A55D-2025-42E3-8736-06C6F11CF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30BF-2EB5-4125-8E6C-1D02554D7F9A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24475F-D33A-46BC-AE65-E40ECC107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EF2C47-F5DA-4CA1-B99D-37A3DAC0E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CEF-6F93-434D-B723-6C6B23E87B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761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21247F-9E0E-4C56-94BD-001D3D89E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A35665-C52A-4104-9BFC-0ED622FB2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661E53-BE02-4C4B-8FF1-555F20163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30BF-2EB5-4125-8E6C-1D02554D7F9A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220064-01AD-4807-8FEA-1D3A2EB54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821F8E-7512-4505-B953-11E88703E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CEF-6F93-434D-B723-6C6B23E87B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871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A15C87-00DE-4860-AEBF-765169FAF5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0FA18B-06AE-4DE9-97DE-7DD875492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DA5C8C-6C26-4411-B69E-21875E1B2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B30BF-2EB5-4125-8E6C-1D02554D7F9A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584156-4A52-4604-A54A-59B0A6DD2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E6F96E-69E8-4A18-8F03-AE68DFF4D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7BCEF-6F93-434D-B723-6C6B23E87B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903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D1E576F-D7FA-404A-8754-B2C72C43D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28EB7D-67ED-4A88-B30C-0F183F05E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F7F8AB-74E7-44AC-A0EB-18A9415270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B30BF-2EB5-4125-8E6C-1D02554D7F9A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DF5256-665A-485F-BF61-ACE3F837B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39658B-8DB5-48BF-BD0C-A61EDBECD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7BCEF-6F93-434D-B723-6C6B23E87B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082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FBA9E2A-C14A-43DF-8472-CE7F10F55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5" y="0"/>
            <a:ext cx="121625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86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4DB64FB-34A2-4FA4-BCC8-A018C179F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5" y="0"/>
            <a:ext cx="121625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91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8E2DECD-FD2F-4437-B519-1D0DA55C0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5" y="0"/>
            <a:ext cx="121625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487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09545CE-63D0-4807-8236-675ACCDC9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3" y="0"/>
            <a:ext cx="121341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46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93C1F2A-47B6-41DE-9884-21C620549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5" y="0"/>
            <a:ext cx="121625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441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4</cp:revision>
  <dcterms:created xsi:type="dcterms:W3CDTF">2026-03-02T02:13:11Z</dcterms:created>
  <dcterms:modified xsi:type="dcterms:W3CDTF">2026-03-02T02:34:33Z</dcterms:modified>
</cp:coreProperties>
</file>